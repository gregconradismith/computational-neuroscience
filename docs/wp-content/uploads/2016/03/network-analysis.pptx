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" ContentType="video/x-msvide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udip\Desktop\P6,%20stage%2011_for%20class%20discussion.csv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\Desktop\P6,%20stage%2011_for%20class%20discussion.csv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084258698431927"/>
          <c:y val="5.0925925925925923E-2"/>
          <c:w val="0.84698318035689324"/>
          <c:h val="0.78033100029163016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Cell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Sheet1!$A$2:$A$45</c:f>
              <c:numCache>
                <c:formatCode>General</c:formatCode>
                <c:ptCount val="44"/>
                <c:pt idx="0">
                  <c:v>205.84615400000001</c:v>
                </c:pt>
                <c:pt idx="1">
                  <c:v>325.66666700000002</c:v>
                </c:pt>
                <c:pt idx="2">
                  <c:v>551.5625</c:v>
                </c:pt>
                <c:pt idx="3">
                  <c:v>789</c:v>
                </c:pt>
                <c:pt idx="4">
                  <c:v>677.73333300000002</c:v>
                </c:pt>
                <c:pt idx="5">
                  <c:v>677.73333300000002</c:v>
                </c:pt>
                <c:pt idx="6">
                  <c:v>677.73333300000002</c:v>
                </c:pt>
                <c:pt idx="7">
                  <c:v>643.77777800000001</c:v>
                </c:pt>
                <c:pt idx="8">
                  <c:v>643.77777800000001</c:v>
                </c:pt>
                <c:pt idx="9">
                  <c:v>643.77777800000001</c:v>
                </c:pt>
                <c:pt idx="10">
                  <c:v>643.77777800000001</c:v>
                </c:pt>
                <c:pt idx="11">
                  <c:v>423.66666700000002</c:v>
                </c:pt>
                <c:pt idx="12">
                  <c:v>423.66666700000002</c:v>
                </c:pt>
                <c:pt idx="13">
                  <c:v>423.66666700000002</c:v>
                </c:pt>
                <c:pt idx="14">
                  <c:v>302.77777800000001</c:v>
                </c:pt>
                <c:pt idx="15">
                  <c:v>345.22222199999999</c:v>
                </c:pt>
                <c:pt idx="16">
                  <c:v>345.22222199999999</c:v>
                </c:pt>
                <c:pt idx="17">
                  <c:v>274</c:v>
                </c:pt>
                <c:pt idx="18">
                  <c:v>365.77777800000001</c:v>
                </c:pt>
                <c:pt idx="19">
                  <c:v>400.11111099999999</c:v>
                </c:pt>
                <c:pt idx="20">
                  <c:v>400.11111099999999</c:v>
                </c:pt>
                <c:pt idx="21">
                  <c:v>414.85</c:v>
                </c:pt>
                <c:pt idx="22">
                  <c:v>414.85</c:v>
                </c:pt>
                <c:pt idx="23">
                  <c:v>414.85</c:v>
                </c:pt>
                <c:pt idx="24">
                  <c:v>414.85</c:v>
                </c:pt>
                <c:pt idx="25">
                  <c:v>414.85</c:v>
                </c:pt>
                <c:pt idx="26">
                  <c:v>255.9</c:v>
                </c:pt>
                <c:pt idx="27">
                  <c:v>285.52381000000003</c:v>
                </c:pt>
                <c:pt idx="28">
                  <c:v>285.52381000000003</c:v>
                </c:pt>
                <c:pt idx="29">
                  <c:v>284</c:v>
                </c:pt>
                <c:pt idx="30">
                  <c:v>278.42857099999998</c:v>
                </c:pt>
                <c:pt idx="31">
                  <c:v>251.65</c:v>
                </c:pt>
                <c:pt idx="32">
                  <c:v>258.57142900000002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Cell 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Sheet1!$B$2:$B$45</c:f>
              <c:numCache>
                <c:formatCode>General</c:formatCode>
                <c:ptCount val="44"/>
                <c:pt idx="0">
                  <c:v>241.28571400000001</c:v>
                </c:pt>
                <c:pt idx="1">
                  <c:v>361.76190500000001</c:v>
                </c:pt>
                <c:pt idx="2">
                  <c:v>569.75</c:v>
                </c:pt>
                <c:pt idx="3">
                  <c:v>814.83333300000004</c:v>
                </c:pt>
                <c:pt idx="4">
                  <c:v>792.21052599999996</c:v>
                </c:pt>
                <c:pt idx="5">
                  <c:v>774.9</c:v>
                </c:pt>
                <c:pt idx="6">
                  <c:v>731.94444399999998</c:v>
                </c:pt>
                <c:pt idx="7">
                  <c:v>563.11111100000005</c:v>
                </c:pt>
                <c:pt idx="8">
                  <c:v>680.55555600000002</c:v>
                </c:pt>
                <c:pt idx="9">
                  <c:v>639.15789500000005</c:v>
                </c:pt>
                <c:pt idx="10">
                  <c:v>553.47368400000005</c:v>
                </c:pt>
                <c:pt idx="11">
                  <c:v>564.04761900000005</c:v>
                </c:pt>
                <c:pt idx="12">
                  <c:v>501.80952400000001</c:v>
                </c:pt>
                <c:pt idx="13">
                  <c:v>469.52381000000003</c:v>
                </c:pt>
                <c:pt idx="14">
                  <c:v>454.76190500000001</c:v>
                </c:pt>
                <c:pt idx="15">
                  <c:v>515.76190499999996</c:v>
                </c:pt>
                <c:pt idx="16">
                  <c:v>508.89473700000002</c:v>
                </c:pt>
                <c:pt idx="17">
                  <c:v>520.95238099999995</c:v>
                </c:pt>
                <c:pt idx="18">
                  <c:v>559.27777800000001</c:v>
                </c:pt>
                <c:pt idx="19">
                  <c:v>574.5</c:v>
                </c:pt>
                <c:pt idx="20">
                  <c:v>631.29999999999995</c:v>
                </c:pt>
                <c:pt idx="21">
                  <c:v>533.1</c:v>
                </c:pt>
                <c:pt idx="22">
                  <c:v>490.35</c:v>
                </c:pt>
                <c:pt idx="23">
                  <c:v>489.71428600000002</c:v>
                </c:pt>
                <c:pt idx="24">
                  <c:v>446.26315799999998</c:v>
                </c:pt>
                <c:pt idx="25">
                  <c:v>503.42857099999998</c:v>
                </c:pt>
                <c:pt idx="26">
                  <c:v>465.73684200000002</c:v>
                </c:pt>
                <c:pt idx="27">
                  <c:v>484.6875</c:v>
                </c:pt>
                <c:pt idx="28">
                  <c:v>435.75</c:v>
                </c:pt>
                <c:pt idx="29">
                  <c:v>424</c:v>
                </c:pt>
                <c:pt idx="30">
                  <c:v>459.47618999999997</c:v>
                </c:pt>
                <c:pt idx="31">
                  <c:v>360.7</c:v>
                </c:pt>
                <c:pt idx="32">
                  <c:v>275.047619</c:v>
                </c:pt>
                <c:pt idx="33">
                  <c:v>208.21052599999999</c:v>
                </c:pt>
                <c:pt idx="34">
                  <c:v>201.47619</c:v>
                </c:pt>
                <c:pt idx="35">
                  <c:v>155.52381</c:v>
                </c:pt>
                <c:pt idx="36">
                  <c:v>139.19047599999999</c:v>
                </c:pt>
                <c:pt idx="37">
                  <c:v>118.714286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Cell 4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Sheet1!$C$2:$C$45</c:f>
              <c:numCache>
                <c:formatCode>General</c:formatCode>
                <c:ptCount val="44"/>
                <c:pt idx="0">
                  <c:v>121.47619</c:v>
                </c:pt>
                <c:pt idx="1">
                  <c:v>121.47619</c:v>
                </c:pt>
                <c:pt idx="2">
                  <c:v>121.47619</c:v>
                </c:pt>
                <c:pt idx="3">
                  <c:v>114.61904800000001</c:v>
                </c:pt>
                <c:pt idx="4">
                  <c:v>139.76190500000001</c:v>
                </c:pt>
                <c:pt idx="5">
                  <c:v>139.76190500000001</c:v>
                </c:pt>
                <c:pt idx="6">
                  <c:v>122.52381</c:v>
                </c:pt>
                <c:pt idx="7">
                  <c:v>122.52381</c:v>
                </c:pt>
                <c:pt idx="8">
                  <c:v>122.52381</c:v>
                </c:pt>
                <c:pt idx="9">
                  <c:v>170.28571400000001</c:v>
                </c:pt>
                <c:pt idx="10">
                  <c:v>191.25</c:v>
                </c:pt>
                <c:pt idx="11">
                  <c:v>191.25</c:v>
                </c:pt>
                <c:pt idx="12">
                  <c:v>121.3</c:v>
                </c:pt>
                <c:pt idx="13">
                  <c:v>139.80952400000001</c:v>
                </c:pt>
                <c:pt idx="14">
                  <c:v>139.80952400000001</c:v>
                </c:pt>
                <c:pt idx="15">
                  <c:v>174.047619</c:v>
                </c:pt>
                <c:pt idx="16">
                  <c:v>255.11111099999999</c:v>
                </c:pt>
                <c:pt idx="17">
                  <c:v>255.11111099999999</c:v>
                </c:pt>
                <c:pt idx="18">
                  <c:v>248.57142899999999</c:v>
                </c:pt>
                <c:pt idx="19">
                  <c:v>248.57142899999999</c:v>
                </c:pt>
                <c:pt idx="20">
                  <c:v>300.38095199999998</c:v>
                </c:pt>
                <c:pt idx="21">
                  <c:v>393.90476200000001</c:v>
                </c:pt>
                <c:pt idx="22">
                  <c:v>404.71428600000002</c:v>
                </c:pt>
                <c:pt idx="23">
                  <c:v>404.71428600000002</c:v>
                </c:pt>
                <c:pt idx="24">
                  <c:v>340.952381</c:v>
                </c:pt>
                <c:pt idx="25">
                  <c:v>340.952381</c:v>
                </c:pt>
                <c:pt idx="26">
                  <c:v>256.19047599999999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Cell 8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Sheet1!$D$2:$D$45</c:f>
              <c:numCache>
                <c:formatCode>General</c:formatCode>
                <c:ptCount val="44"/>
                <c:pt idx="0">
                  <c:v>354.8</c:v>
                </c:pt>
                <c:pt idx="1">
                  <c:v>980.75</c:v>
                </c:pt>
                <c:pt idx="2">
                  <c:v>1147.461538</c:v>
                </c:pt>
                <c:pt idx="3">
                  <c:v>1355.727273</c:v>
                </c:pt>
                <c:pt idx="4">
                  <c:v>1252.4545450000001</c:v>
                </c:pt>
                <c:pt idx="5">
                  <c:v>1305.538462</c:v>
                </c:pt>
                <c:pt idx="6">
                  <c:v>1305.538462</c:v>
                </c:pt>
                <c:pt idx="7">
                  <c:v>1305.538462</c:v>
                </c:pt>
                <c:pt idx="8">
                  <c:v>1305.538462</c:v>
                </c:pt>
                <c:pt idx="9">
                  <c:v>953.25</c:v>
                </c:pt>
                <c:pt idx="10">
                  <c:v>889.46153800000002</c:v>
                </c:pt>
                <c:pt idx="11">
                  <c:v>825.75</c:v>
                </c:pt>
                <c:pt idx="12">
                  <c:v>689.5</c:v>
                </c:pt>
                <c:pt idx="13">
                  <c:v>689.5</c:v>
                </c:pt>
                <c:pt idx="14">
                  <c:v>565.5</c:v>
                </c:pt>
                <c:pt idx="15">
                  <c:v>565.5</c:v>
                </c:pt>
                <c:pt idx="16">
                  <c:v>521.80952400000001</c:v>
                </c:pt>
                <c:pt idx="17">
                  <c:v>461.05</c:v>
                </c:pt>
                <c:pt idx="18">
                  <c:v>475.35</c:v>
                </c:pt>
                <c:pt idx="19">
                  <c:v>403.76190500000001</c:v>
                </c:pt>
                <c:pt idx="20">
                  <c:v>374.42857099999998</c:v>
                </c:pt>
                <c:pt idx="21">
                  <c:v>299.19047599999999</c:v>
                </c:pt>
                <c:pt idx="22">
                  <c:v>299.19047599999999</c:v>
                </c:pt>
                <c:pt idx="23">
                  <c:v>213.47619</c:v>
                </c:pt>
                <c:pt idx="24">
                  <c:v>213.47619</c:v>
                </c:pt>
                <c:pt idx="25">
                  <c:v>228.71428599999999</c:v>
                </c:pt>
                <c:pt idx="26">
                  <c:v>184.42857100000001</c:v>
                </c:pt>
                <c:pt idx="27">
                  <c:v>184.42857100000001</c:v>
                </c:pt>
                <c:pt idx="28">
                  <c:v>147.952381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Cell 11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Sheet1!$E$2:$E$45</c:f>
              <c:numCache>
                <c:formatCode>General</c:formatCode>
                <c:ptCount val="44"/>
                <c:pt idx="0">
                  <c:v>112.190476</c:v>
                </c:pt>
                <c:pt idx="1">
                  <c:v>216.27777800000001</c:v>
                </c:pt>
                <c:pt idx="2">
                  <c:v>281.19047599999999</c:v>
                </c:pt>
                <c:pt idx="3">
                  <c:v>260.26315799999998</c:v>
                </c:pt>
                <c:pt idx="4">
                  <c:v>347.2</c:v>
                </c:pt>
                <c:pt idx="5">
                  <c:v>347.2</c:v>
                </c:pt>
                <c:pt idx="6">
                  <c:v>347.2</c:v>
                </c:pt>
                <c:pt idx="7">
                  <c:v>347.2</c:v>
                </c:pt>
                <c:pt idx="8">
                  <c:v>347.2</c:v>
                </c:pt>
                <c:pt idx="9">
                  <c:v>347.2</c:v>
                </c:pt>
                <c:pt idx="10">
                  <c:v>287.66666700000002</c:v>
                </c:pt>
                <c:pt idx="11">
                  <c:v>287.66666700000002</c:v>
                </c:pt>
                <c:pt idx="12">
                  <c:v>231.42857100000001</c:v>
                </c:pt>
                <c:pt idx="13">
                  <c:v>231.42857100000001</c:v>
                </c:pt>
                <c:pt idx="14">
                  <c:v>231.42857100000001</c:v>
                </c:pt>
                <c:pt idx="15">
                  <c:v>231.42857100000001</c:v>
                </c:pt>
                <c:pt idx="16">
                  <c:v>231.42857100000001</c:v>
                </c:pt>
                <c:pt idx="17">
                  <c:v>231.42857100000001</c:v>
                </c:pt>
                <c:pt idx="18">
                  <c:v>230.5</c:v>
                </c:pt>
                <c:pt idx="19">
                  <c:v>230.5</c:v>
                </c:pt>
                <c:pt idx="20">
                  <c:v>230.5</c:v>
                </c:pt>
                <c:pt idx="21">
                  <c:v>181.66666699999999</c:v>
                </c:pt>
                <c:pt idx="22">
                  <c:v>181.66666699999999</c:v>
                </c:pt>
                <c:pt idx="23">
                  <c:v>181.66666699999999</c:v>
                </c:pt>
                <c:pt idx="24">
                  <c:v>181.66666699999999</c:v>
                </c:pt>
                <c:pt idx="25">
                  <c:v>181.66666699999999</c:v>
                </c:pt>
                <c:pt idx="26">
                  <c:v>181.66666699999999</c:v>
                </c:pt>
                <c:pt idx="27">
                  <c:v>394.71428600000002</c:v>
                </c:pt>
                <c:pt idx="28">
                  <c:v>186.05</c:v>
                </c:pt>
                <c:pt idx="29">
                  <c:v>147.66666699999999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Sheet1!$F$1</c:f>
              <c:strCache>
                <c:ptCount val="1"/>
                <c:pt idx="0">
                  <c:v>Cell 15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Sheet1!$F$2:$F$45</c:f>
              <c:numCache>
                <c:formatCode>General</c:formatCode>
                <c:ptCount val="44"/>
                <c:pt idx="0">
                  <c:v>611.19047599999999</c:v>
                </c:pt>
                <c:pt idx="1">
                  <c:v>572.90476200000001</c:v>
                </c:pt>
                <c:pt idx="2">
                  <c:v>612</c:v>
                </c:pt>
                <c:pt idx="3">
                  <c:v>698.85714299999995</c:v>
                </c:pt>
                <c:pt idx="4">
                  <c:v>684.28571399999998</c:v>
                </c:pt>
                <c:pt idx="5">
                  <c:v>616.33333300000004</c:v>
                </c:pt>
                <c:pt idx="6">
                  <c:v>652.38095199999998</c:v>
                </c:pt>
                <c:pt idx="7">
                  <c:v>665.47618999999997</c:v>
                </c:pt>
                <c:pt idx="8">
                  <c:v>588.90476200000001</c:v>
                </c:pt>
                <c:pt idx="9">
                  <c:v>529.80952400000001</c:v>
                </c:pt>
                <c:pt idx="10">
                  <c:v>612.28571399999998</c:v>
                </c:pt>
                <c:pt idx="11">
                  <c:v>640.09523799999999</c:v>
                </c:pt>
                <c:pt idx="12">
                  <c:v>660.09523799999999</c:v>
                </c:pt>
                <c:pt idx="13">
                  <c:v>714.57142899999997</c:v>
                </c:pt>
                <c:pt idx="14">
                  <c:v>618.29999999999995</c:v>
                </c:pt>
                <c:pt idx="15">
                  <c:v>666.38095199999998</c:v>
                </c:pt>
                <c:pt idx="16">
                  <c:v>684.76190499999996</c:v>
                </c:pt>
                <c:pt idx="17">
                  <c:v>611.23076900000001</c:v>
                </c:pt>
                <c:pt idx="18">
                  <c:v>678.22222199999999</c:v>
                </c:pt>
                <c:pt idx="19">
                  <c:v>671.33333300000004</c:v>
                </c:pt>
                <c:pt idx="20">
                  <c:v>635.61111100000005</c:v>
                </c:pt>
                <c:pt idx="21">
                  <c:v>569.55555600000002</c:v>
                </c:pt>
                <c:pt idx="22">
                  <c:v>555.85714299999995</c:v>
                </c:pt>
                <c:pt idx="23">
                  <c:v>444.80952400000001</c:v>
                </c:pt>
                <c:pt idx="24">
                  <c:v>364.23809499999999</c:v>
                </c:pt>
                <c:pt idx="25">
                  <c:v>436.85714300000001</c:v>
                </c:pt>
                <c:pt idx="26">
                  <c:v>436.85714300000001</c:v>
                </c:pt>
                <c:pt idx="27">
                  <c:v>501.42857099999998</c:v>
                </c:pt>
                <c:pt idx="28">
                  <c:v>339.28571399999998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Sheet1!$G$1</c:f>
              <c:strCache>
                <c:ptCount val="1"/>
                <c:pt idx="0">
                  <c:v>Cell 17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Sheet1!$G$2:$G$45</c:f>
              <c:numCache>
                <c:formatCode>General</c:formatCode>
                <c:ptCount val="44"/>
                <c:pt idx="0">
                  <c:v>196.76190500000001</c:v>
                </c:pt>
                <c:pt idx="1">
                  <c:v>140.90476200000001</c:v>
                </c:pt>
                <c:pt idx="2">
                  <c:v>163.14285699999999</c:v>
                </c:pt>
                <c:pt idx="3">
                  <c:v>137.52381</c:v>
                </c:pt>
                <c:pt idx="4">
                  <c:v>137.52381</c:v>
                </c:pt>
                <c:pt idx="5">
                  <c:v>137.52381</c:v>
                </c:pt>
                <c:pt idx="6">
                  <c:v>137.52381</c:v>
                </c:pt>
                <c:pt idx="7">
                  <c:v>254.19047599999999</c:v>
                </c:pt>
                <c:pt idx="8">
                  <c:v>524.15789500000005</c:v>
                </c:pt>
                <c:pt idx="9">
                  <c:v>888.6</c:v>
                </c:pt>
                <c:pt idx="10">
                  <c:v>810.63157899999999</c:v>
                </c:pt>
                <c:pt idx="11">
                  <c:v>870.36842100000001</c:v>
                </c:pt>
                <c:pt idx="12">
                  <c:v>1132.736842</c:v>
                </c:pt>
                <c:pt idx="13">
                  <c:v>1069.315789</c:v>
                </c:pt>
                <c:pt idx="14">
                  <c:v>1162.380952</c:v>
                </c:pt>
                <c:pt idx="15">
                  <c:v>1191.555556</c:v>
                </c:pt>
                <c:pt idx="16">
                  <c:v>1080.9375</c:v>
                </c:pt>
                <c:pt idx="17">
                  <c:v>1077.9375</c:v>
                </c:pt>
                <c:pt idx="18">
                  <c:v>961.75</c:v>
                </c:pt>
                <c:pt idx="19">
                  <c:v>971.4375</c:v>
                </c:pt>
                <c:pt idx="20">
                  <c:v>831.95</c:v>
                </c:pt>
                <c:pt idx="21">
                  <c:v>724.63157899999999</c:v>
                </c:pt>
                <c:pt idx="22">
                  <c:v>718.4</c:v>
                </c:pt>
                <c:pt idx="23">
                  <c:v>598.875</c:v>
                </c:pt>
                <c:pt idx="24">
                  <c:v>598.875</c:v>
                </c:pt>
                <c:pt idx="25">
                  <c:v>400.842105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Sheet1!$H$1</c:f>
              <c:strCache>
                <c:ptCount val="1"/>
                <c:pt idx="0">
                  <c:v>Cell 18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Sheet1!$H$2:$H$45</c:f>
              <c:numCache>
                <c:formatCode>General</c:formatCode>
                <c:ptCount val="44"/>
                <c:pt idx="0">
                  <c:v>132.52381</c:v>
                </c:pt>
                <c:pt idx="1">
                  <c:v>132.52381</c:v>
                </c:pt>
                <c:pt idx="2">
                  <c:v>132.52381</c:v>
                </c:pt>
                <c:pt idx="3">
                  <c:v>132.52381</c:v>
                </c:pt>
                <c:pt idx="4">
                  <c:v>132.52381</c:v>
                </c:pt>
                <c:pt idx="5">
                  <c:v>153.42857100000001</c:v>
                </c:pt>
                <c:pt idx="6">
                  <c:v>291</c:v>
                </c:pt>
                <c:pt idx="7">
                  <c:v>817.44444399999998</c:v>
                </c:pt>
                <c:pt idx="8">
                  <c:v>1121.8888890000001</c:v>
                </c:pt>
                <c:pt idx="9">
                  <c:v>1623.5625</c:v>
                </c:pt>
                <c:pt idx="10">
                  <c:v>1844.3846149999999</c:v>
                </c:pt>
                <c:pt idx="11">
                  <c:v>1636.833333</c:v>
                </c:pt>
                <c:pt idx="12">
                  <c:v>1864.809524</c:v>
                </c:pt>
                <c:pt idx="13">
                  <c:v>2070.8461539999998</c:v>
                </c:pt>
                <c:pt idx="14">
                  <c:v>2053.0555559999998</c:v>
                </c:pt>
                <c:pt idx="15">
                  <c:v>2053.0555559999998</c:v>
                </c:pt>
                <c:pt idx="16">
                  <c:v>2053.0555559999998</c:v>
                </c:pt>
                <c:pt idx="17">
                  <c:v>2053.0555559999998</c:v>
                </c:pt>
                <c:pt idx="18">
                  <c:v>2053.0555559999998</c:v>
                </c:pt>
                <c:pt idx="19">
                  <c:v>1756.8888890000001</c:v>
                </c:pt>
                <c:pt idx="20">
                  <c:v>1605.818182</c:v>
                </c:pt>
                <c:pt idx="21">
                  <c:v>1552.6315790000001</c:v>
                </c:pt>
                <c:pt idx="22">
                  <c:v>1456.666667</c:v>
                </c:pt>
                <c:pt idx="23">
                  <c:v>1456.666667</c:v>
                </c:pt>
                <c:pt idx="24">
                  <c:v>1235.2857140000001</c:v>
                </c:pt>
                <c:pt idx="25">
                  <c:v>1082.809524</c:v>
                </c:pt>
                <c:pt idx="26">
                  <c:v>1082.809524</c:v>
                </c:pt>
                <c:pt idx="27">
                  <c:v>679.1875</c:v>
                </c:pt>
                <c:pt idx="28">
                  <c:v>513.61538499999995</c:v>
                </c:pt>
                <c:pt idx="29">
                  <c:v>513.61538499999995</c:v>
                </c:pt>
                <c:pt idx="30">
                  <c:v>513.61538499999995</c:v>
                </c:pt>
                <c:pt idx="31">
                  <c:v>245.85</c:v>
                </c:pt>
                <c:pt idx="32">
                  <c:v>245.85</c:v>
                </c:pt>
                <c:pt idx="33">
                  <c:v>175.14285699999999</c:v>
                </c:pt>
                <c:pt idx="34">
                  <c:v>175.14285699999999</c:v>
                </c:pt>
                <c:pt idx="35">
                  <c:v>175.14285699999999</c:v>
                </c:pt>
                <c:pt idx="36">
                  <c:v>175.14285699999999</c:v>
                </c:pt>
                <c:pt idx="37">
                  <c:v>175.14285699999999</c:v>
                </c:pt>
                <c:pt idx="38">
                  <c:v>324.09523799999999</c:v>
                </c:pt>
                <c:pt idx="39">
                  <c:v>430.1875</c:v>
                </c:pt>
                <c:pt idx="40">
                  <c:v>597.28571399999998</c:v>
                </c:pt>
                <c:pt idx="41">
                  <c:v>625.375</c:v>
                </c:pt>
                <c:pt idx="42">
                  <c:v>625.375</c:v>
                </c:pt>
                <c:pt idx="43">
                  <c:v>763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Sheet1!$I$1</c:f>
              <c:strCache>
                <c:ptCount val="1"/>
                <c:pt idx="0">
                  <c:v>Cell 19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Sheet1!$I$2:$I$45</c:f>
              <c:numCache>
                <c:formatCode>General</c:formatCode>
                <c:ptCount val="44"/>
                <c:pt idx="0">
                  <c:v>383.33333299999998</c:v>
                </c:pt>
                <c:pt idx="1">
                  <c:v>283.952381</c:v>
                </c:pt>
                <c:pt idx="2">
                  <c:v>333.61904800000002</c:v>
                </c:pt>
                <c:pt idx="3">
                  <c:v>235.61904799999999</c:v>
                </c:pt>
                <c:pt idx="4">
                  <c:v>384.23809499999999</c:v>
                </c:pt>
                <c:pt idx="5">
                  <c:v>394.80952400000001</c:v>
                </c:pt>
                <c:pt idx="6">
                  <c:v>396.952381</c:v>
                </c:pt>
                <c:pt idx="7">
                  <c:v>317.66666700000002</c:v>
                </c:pt>
                <c:pt idx="8">
                  <c:v>306.85714300000001</c:v>
                </c:pt>
                <c:pt idx="9">
                  <c:v>280.90476200000001</c:v>
                </c:pt>
                <c:pt idx="10">
                  <c:v>267.09523799999999</c:v>
                </c:pt>
                <c:pt idx="11">
                  <c:v>269.85714300000001</c:v>
                </c:pt>
                <c:pt idx="12">
                  <c:v>267.19047599999999</c:v>
                </c:pt>
                <c:pt idx="13">
                  <c:v>295.61904800000002</c:v>
                </c:pt>
                <c:pt idx="14">
                  <c:v>263.80952400000001</c:v>
                </c:pt>
                <c:pt idx="15">
                  <c:v>208.80952400000001</c:v>
                </c:pt>
                <c:pt idx="16">
                  <c:v>299.09523799999999</c:v>
                </c:pt>
                <c:pt idx="17">
                  <c:v>298.80952400000001</c:v>
                </c:pt>
                <c:pt idx="18">
                  <c:v>330.85714300000001</c:v>
                </c:pt>
                <c:pt idx="19">
                  <c:v>353.42857099999998</c:v>
                </c:pt>
                <c:pt idx="20">
                  <c:v>569.85714299999995</c:v>
                </c:pt>
                <c:pt idx="21">
                  <c:v>529</c:v>
                </c:pt>
                <c:pt idx="22">
                  <c:v>584.42857100000003</c:v>
                </c:pt>
                <c:pt idx="23">
                  <c:v>616.85714299999995</c:v>
                </c:pt>
                <c:pt idx="24">
                  <c:v>692.52381000000003</c:v>
                </c:pt>
                <c:pt idx="25">
                  <c:v>717.95238099999995</c:v>
                </c:pt>
                <c:pt idx="26">
                  <c:v>827.14285700000005</c:v>
                </c:pt>
                <c:pt idx="27">
                  <c:v>631.57142899999997</c:v>
                </c:pt>
                <c:pt idx="28">
                  <c:v>442.33333299999998</c:v>
                </c:pt>
                <c:pt idx="29">
                  <c:v>510.85714300000001</c:v>
                </c:pt>
                <c:pt idx="30">
                  <c:v>361.33333299999998</c:v>
                </c:pt>
                <c:pt idx="31">
                  <c:v>272.85714300000001</c:v>
                </c:pt>
                <c:pt idx="32">
                  <c:v>171.80952400000001</c:v>
                </c:pt>
                <c:pt idx="33">
                  <c:v>173.38095200000001</c:v>
                </c:pt>
                <c:pt idx="34">
                  <c:v>134.85714300000001</c:v>
                </c:pt>
                <c:pt idx="35">
                  <c:v>117</c:v>
                </c:pt>
                <c:pt idx="36">
                  <c:v>117</c:v>
                </c:pt>
                <c:pt idx="37">
                  <c:v>141.09523799999999</c:v>
                </c:pt>
                <c:pt idx="38">
                  <c:v>269.76190500000001</c:v>
                </c:pt>
                <c:pt idx="39">
                  <c:v>301.90476200000001</c:v>
                </c:pt>
                <c:pt idx="40">
                  <c:v>489.66666700000002</c:v>
                </c:pt>
                <c:pt idx="41">
                  <c:v>544.38095199999998</c:v>
                </c:pt>
                <c:pt idx="42">
                  <c:v>712.52381000000003</c:v>
                </c:pt>
                <c:pt idx="43">
                  <c:v>656.90476200000001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Sheet1!$J$1</c:f>
              <c:strCache>
                <c:ptCount val="1"/>
                <c:pt idx="0">
                  <c:v>Cell 20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Sheet1!$J$2:$J$45</c:f>
              <c:numCache>
                <c:formatCode>General</c:formatCode>
                <c:ptCount val="44"/>
                <c:pt idx="0">
                  <c:v>213.85714300000001</c:v>
                </c:pt>
                <c:pt idx="1">
                  <c:v>376.047619</c:v>
                </c:pt>
                <c:pt idx="2">
                  <c:v>480.05263200000002</c:v>
                </c:pt>
                <c:pt idx="3">
                  <c:v>586.71428600000002</c:v>
                </c:pt>
                <c:pt idx="4">
                  <c:v>520.38095199999998</c:v>
                </c:pt>
                <c:pt idx="5">
                  <c:v>588.38095199999998</c:v>
                </c:pt>
                <c:pt idx="6">
                  <c:v>574.44444399999998</c:v>
                </c:pt>
                <c:pt idx="7">
                  <c:v>542.90476200000001</c:v>
                </c:pt>
                <c:pt idx="8">
                  <c:v>420.75</c:v>
                </c:pt>
                <c:pt idx="9">
                  <c:v>424.3125</c:v>
                </c:pt>
                <c:pt idx="10">
                  <c:v>445.19047599999999</c:v>
                </c:pt>
                <c:pt idx="11">
                  <c:v>314.88888900000001</c:v>
                </c:pt>
                <c:pt idx="12">
                  <c:v>348.952381</c:v>
                </c:pt>
                <c:pt idx="13">
                  <c:v>282.61904800000002</c:v>
                </c:pt>
                <c:pt idx="14">
                  <c:v>273.09523799999999</c:v>
                </c:pt>
                <c:pt idx="15">
                  <c:v>327.90476200000001</c:v>
                </c:pt>
                <c:pt idx="16">
                  <c:v>365.09523799999999</c:v>
                </c:pt>
                <c:pt idx="17">
                  <c:v>398.80952400000001</c:v>
                </c:pt>
                <c:pt idx="18">
                  <c:v>395.47618999999997</c:v>
                </c:pt>
                <c:pt idx="19">
                  <c:v>484.71428600000002</c:v>
                </c:pt>
                <c:pt idx="20">
                  <c:v>434.66666700000002</c:v>
                </c:pt>
                <c:pt idx="21">
                  <c:v>401.42857099999998</c:v>
                </c:pt>
                <c:pt idx="22">
                  <c:v>314.33333299999998</c:v>
                </c:pt>
                <c:pt idx="23">
                  <c:v>314.33333299999998</c:v>
                </c:pt>
                <c:pt idx="24">
                  <c:v>314.33333299999998</c:v>
                </c:pt>
                <c:pt idx="25">
                  <c:v>305.80952400000001</c:v>
                </c:pt>
                <c:pt idx="26">
                  <c:v>314.76190500000001</c:v>
                </c:pt>
                <c:pt idx="27">
                  <c:v>271.09523799999999</c:v>
                </c:pt>
                <c:pt idx="28">
                  <c:v>245.33333300000001</c:v>
                </c:pt>
                <c:pt idx="29">
                  <c:v>245.33333300000001</c:v>
                </c:pt>
                <c:pt idx="30">
                  <c:v>219.047619</c:v>
                </c:pt>
                <c:pt idx="31">
                  <c:v>204.19047599999999</c:v>
                </c:pt>
                <c:pt idx="32">
                  <c:v>151.952381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574560"/>
        <c:axId val="337575344"/>
      </c:lineChart>
      <c:catAx>
        <c:axId val="337574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en-US"/>
                  <a:t>Time (Sec x5)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ysClr val="window" lastClr="FFFFFF">
                <a:lumMod val="75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337575344"/>
        <c:crosses val="autoZero"/>
        <c:auto val="1"/>
        <c:lblAlgn val="ctr"/>
        <c:lblOffset val="100"/>
        <c:noMultiLvlLbl val="0"/>
      </c:catAx>
      <c:valAx>
        <c:axId val="337575344"/>
        <c:scaling>
          <c:orientation val="minMax"/>
          <c:max val="2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en-US"/>
                  <a:t>Fluorescence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ysClr val="window" lastClr="FFFFFF">
                <a:lumMod val="75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337574560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5948936271775025"/>
          <c:y val="0.10069335083114611"/>
          <c:w val="0.19443502024231107"/>
          <c:h val="0.288195538057742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+mj-lt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Sheet1!$H$1</c:f>
              <c:strCache>
                <c:ptCount val="1"/>
                <c:pt idx="0">
                  <c:v>Cell 18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Sheet1!$H$2:$H$45</c:f>
              <c:numCache>
                <c:formatCode>General</c:formatCode>
                <c:ptCount val="44"/>
                <c:pt idx="0">
                  <c:v>132.52381</c:v>
                </c:pt>
                <c:pt idx="1">
                  <c:v>132.52381</c:v>
                </c:pt>
                <c:pt idx="2">
                  <c:v>132.52381</c:v>
                </c:pt>
                <c:pt idx="3">
                  <c:v>132.52381</c:v>
                </c:pt>
                <c:pt idx="4">
                  <c:v>132.52381</c:v>
                </c:pt>
                <c:pt idx="5">
                  <c:v>153.42857100000001</c:v>
                </c:pt>
                <c:pt idx="6">
                  <c:v>291</c:v>
                </c:pt>
                <c:pt idx="7">
                  <c:v>817.44444399999998</c:v>
                </c:pt>
                <c:pt idx="8">
                  <c:v>1121.8888890000001</c:v>
                </c:pt>
                <c:pt idx="9">
                  <c:v>1623.5625</c:v>
                </c:pt>
                <c:pt idx="10">
                  <c:v>1844.3846149999999</c:v>
                </c:pt>
                <c:pt idx="11">
                  <c:v>1636.833333</c:v>
                </c:pt>
                <c:pt idx="12">
                  <c:v>1864.809524</c:v>
                </c:pt>
                <c:pt idx="13">
                  <c:v>2070.8461539999998</c:v>
                </c:pt>
                <c:pt idx="14">
                  <c:v>2053.0555559999998</c:v>
                </c:pt>
                <c:pt idx="15">
                  <c:v>2053.0555559999998</c:v>
                </c:pt>
                <c:pt idx="16">
                  <c:v>2053.0555559999998</c:v>
                </c:pt>
                <c:pt idx="17">
                  <c:v>2053.0555559999998</c:v>
                </c:pt>
                <c:pt idx="18">
                  <c:v>2053.0555559999998</c:v>
                </c:pt>
                <c:pt idx="19">
                  <c:v>1756.8888890000001</c:v>
                </c:pt>
                <c:pt idx="20">
                  <c:v>1605.818182</c:v>
                </c:pt>
                <c:pt idx="21">
                  <c:v>1552.6315790000001</c:v>
                </c:pt>
                <c:pt idx="22">
                  <c:v>1456.666667</c:v>
                </c:pt>
                <c:pt idx="23">
                  <c:v>1456.666667</c:v>
                </c:pt>
                <c:pt idx="24">
                  <c:v>1235.2857140000001</c:v>
                </c:pt>
                <c:pt idx="25">
                  <c:v>1082.809524</c:v>
                </c:pt>
                <c:pt idx="26">
                  <c:v>1082.809524</c:v>
                </c:pt>
                <c:pt idx="27">
                  <c:v>679.1875</c:v>
                </c:pt>
                <c:pt idx="28">
                  <c:v>513.61538499999995</c:v>
                </c:pt>
                <c:pt idx="29">
                  <c:v>513.61538499999995</c:v>
                </c:pt>
                <c:pt idx="30">
                  <c:v>513.61538499999995</c:v>
                </c:pt>
                <c:pt idx="31">
                  <c:v>245.85</c:v>
                </c:pt>
                <c:pt idx="32">
                  <c:v>245.85</c:v>
                </c:pt>
                <c:pt idx="33">
                  <c:v>175.14285699999999</c:v>
                </c:pt>
                <c:pt idx="34">
                  <c:v>175.14285699999999</c:v>
                </c:pt>
                <c:pt idx="35">
                  <c:v>175.14285699999999</c:v>
                </c:pt>
                <c:pt idx="36">
                  <c:v>175.14285699999999</c:v>
                </c:pt>
                <c:pt idx="37">
                  <c:v>175.14285699999999</c:v>
                </c:pt>
                <c:pt idx="38">
                  <c:v>324.09523799999999</c:v>
                </c:pt>
                <c:pt idx="39">
                  <c:v>430.1875</c:v>
                </c:pt>
                <c:pt idx="40">
                  <c:v>597.28571399999998</c:v>
                </c:pt>
                <c:pt idx="41">
                  <c:v>625.375</c:v>
                </c:pt>
                <c:pt idx="42">
                  <c:v>625.375</c:v>
                </c:pt>
                <c:pt idx="43">
                  <c:v>763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575736"/>
        <c:axId val="337576912"/>
      </c:lineChart>
      <c:catAx>
        <c:axId val="3375757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(Sec x5)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576912"/>
        <c:crosses val="autoZero"/>
        <c:auto val="1"/>
        <c:lblAlgn val="ctr"/>
        <c:lblOffset val="100"/>
        <c:noMultiLvlLbl val="0"/>
      </c:catAx>
      <c:valAx>
        <c:axId val="3375769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Fluoroscence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575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0.1369</cdr:x>
      <cdr:y>0.64624</cdr:y>
    </cdr:from>
    <cdr:to>
      <cdr:x>0.24745</cdr:x>
      <cdr:y>0.71309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132450" y="3263704"/>
          <a:ext cx="914400" cy="3376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000" dirty="0" smtClean="0"/>
            <a:t>[Ca</a:t>
          </a:r>
          <a:r>
            <a:rPr lang="en-US" sz="2000" baseline="30000" dirty="0" smtClean="0"/>
            <a:t>2+</a:t>
          </a:r>
          <a:r>
            <a:rPr lang="en-US" sz="2000" dirty="0" smtClean="0"/>
            <a:t>]</a:t>
          </a:r>
          <a:r>
            <a:rPr lang="en-US" sz="2000" baseline="-25000" dirty="0" smtClean="0"/>
            <a:t>T</a:t>
          </a:r>
          <a:endParaRPr lang="en-US" sz="2000" baseline="30000" dirty="0"/>
        </a:p>
      </cdr:txBody>
    </cdr:sp>
  </cdr:relSizeAnchor>
  <cdr:relSizeAnchor xmlns:cdr="http://schemas.openxmlformats.org/drawingml/2006/chartDrawing">
    <cdr:from>
      <cdr:x>0.2551</cdr:x>
      <cdr:y>0.79109</cdr:y>
    </cdr:from>
    <cdr:to>
      <cdr:x>0.77211</cdr:x>
      <cdr:y>0.79109</cdr:y>
    </cdr:to>
    <cdr:cxnSp macro="">
      <cdr:nvCxnSpPr>
        <cdr:cNvPr id="4" name="Straight Arrow Connector 3"/>
        <cdr:cNvCxnSpPr/>
      </cdr:nvCxnSpPr>
      <cdr:spPr>
        <a:xfrm xmlns:a="http://schemas.openxmlformats.org/drawingml/2006/main">
          <a:off x="2110155" y="3995223"/>
          <a:ext cx="4276578" cy="0"/>
        </a:xfrm>
        <a:prstGeom xmlns:a="http://schemas.openxmlformats.org/drawingml/2006/main" prst="straightConnector1">
          <a:avLst/>
        </a:prstGeom>
        <a:ln xmlns:a="http://schemas.openxmlformats.org/drawingml/2006/main">
          <a:headEnd type="triangle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0.48129</cdr:x>
      <cdr:y>0.71309</cdr:y>
    </cdr:from>
    <cdr:to>
      <cdr:x>0.58503</cdr:x>
      <cdr:y>0.79109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3981156" y="3601328"/>
          <a:ext cx="858129" cy="3938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l-GR" sz="2400" dirty="0" smtClean="0"/>
            <a:t>τ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0.42687</cdr:x>
      <cdr:y>0.25627</cdr:y>
    </cdr:from>
    <cdr:to>
      <cdr:x>0.43027</cdr:x>
      <cdr:y>0.79109</cdr:y>
    </cdr:to>
    <cdr:cxnSp macro="">
      <cdr:nvCxnSpPr>
        <cdr:cNvPr id="7" name="Straight Arrow Connector 6"/>
        <cdr:cNvCxnSpPr/>
      </cdr:nvCxnSpPr>
      <cdr:spPr>
        <a:xfrm xmlns:a="http://schemas.openxmlformats.org/drawingml/2006/main">
          <a:off x="3530992" y="1294227"/>
          <a:ext cx="28135" cy="2700996"/>
        </a:xfrm>
        <a:prstGeom xmlns:a="http://schemas.openxmlformats.org/drawingml/2006/main" prst="straightConnector1">
          <a:avLst/>
        </a:prstGeom>
        <a:ln xmlns:a="http://schemas.openxmlformats.org/drawingml/2006/main">
          <a:headEnd type="triangle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0.44048</cdr:x>
      <cdr:y>0.5</cdr:y>
    </cdr:from>
    <cdr:to>
      <cdr:x>0.5119</cdr:x>
      <cdr:y>0.60167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3643533" y="2525150"/>
          <a:ext cx="590843" cy="5134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l-GR" sz="2400" dirty="0" smtClean="0"/>
            <a:t>σ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0.61986</cdr:x>
      <cdr:y>0.13173</cdr:y>
    </cdr:from>
    <cdr:to>
      <cdr:x>0.85151</cdr:x>
      <cdr:y>0.2334</cdr:y>
    </cdr:to>
    <cdr:sp macro="" textlink="">
      <cdr:nvSpPr>
        <cdr:cNvPr id="9" name="TextBox 1"/>
        <cdr:cNvSpPr txBox="1"/>
      </cdr:nvSpPr>
      <cdr:spPr>
        <a:xfrm xmlns:a="http://schemas.openxmlformats.org/drawingml/2006/main">
          <a:off x="5127347" y="665263"/>
          <a:ext cx="1916157" cy="5134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l-GR" sz="1800" dirty="0" smtClean="0"/>
            <a:t>σ</a:t>
          </a:r>
          <a:r>
            <a:rPr lang="en-US" sz="1800" dirty="0" smtClean="0"/>
            <a:t>= [Ca</a:t>
          </a:r>
          <a:r>
            <a:rPr lang="en-US" sz="1800" baseline="30000" dirty="0" smtClean="0"/>
            <a:t>2+</a:t>
          </a:r>
          <a:r>
            <a:rPr lang="en-US" sz="1800" dirty="0" smtClean="0"/>
            <a:t> ]</a:t>
          </a:r>
          <a:r>
            <a:rPr lang="en-US" sz="1800" baseline="-25000" dirty="0" smtClean="0"/>
            <a:t>T</a:t>
          </a:r>
          <a:r>
            <a:rPr lang="en-US" sz="2000" dirty="0" smtClean="0"/>
            <a:t>-[Ca</a:t>
          </a:r>
          <a:r>
            <a:rPr lang="en-US" sz="2000" baseline="30000" dirty="0" smtClean="0"/>
            <a:t>2+</a:t>
          </a:r>
          <a:r>
            <a:rPr lang="en-US" sz="2000" dirty="0" smtClean="0"/>
            <a:t>]</a:t>
          </a:r>
          <a:r>
            <a:rPr lang="en-US" sz="2800" baseline="-25000" dirty="0" smtClean="0"/>
            <a:t>b</a:t>
          </a:r>
          <a:endParaRPr lang="en-US" sz="2400" baseline="-250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8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2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3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8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3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4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4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1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78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3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F9F0F-A804-4928-A173-BEF42CB013A6}" type="datetimeFigureOut">
              <a:rPr lang="en-US" smtClean="0"/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3831C-27C0-405F-BA02-9242C858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5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avi"/><Relationship Id="rId1" Type="http://schemas.microsoft.com/office/2007/relationships/media" Target="../media/media2.avi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Jpeg cop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98229" y="844012"/>
            <a:ext cx="486727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60225SP_GCaMP_003 (2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3490" y="102689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7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292196"/>
              </p:ext>
            </p:extLst>
          </p:nvPr>
        </p:nvGraphicFramePr>
        <p:xfrm>
          <a:off x="1897038" y="968991"/>
          <a:ext cx="8379725" cy="5076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792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2554768"/>
              </p:ext>
            </p:extLst>
          </p:nvPr>
        </p:nvGraphicFramePr>
        <p:xfrm>
          <a:off x="2067950" y="914401"/>
          <a:ext cx="8271803" cy="505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3657600" y="4515729"/>
            <a:ext cx="253218" cy="39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09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31</Words>
  <Application>Microsoft Office PowerPoint</Application>
  <PresentationFormat>Widescreen</PresentationFormat>
  <Paragraphs>9</Paragraphs>
  <Slides>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 Paudel</dc:creator>
  <cp:lastModifiedBy>SP Paudel</cp:lastModifiedBy>
  <cp:revision>6</cp:revision>
  <dcterms:created xsi:type="dcterms:W3CDTF">2016-03-21T01:05:02Z</dcterms:created>
  <dcterms:modified xsi:type="dcterms:W3CDTF">2016-03-21T02:10:03Z</dcterms:modified>
</cp:coreProperties>
</file>